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256" r:id="rId2"/>
    <p:sldId id="259" r:id="rId3"/>
    <p:sldId id="261" r:id="rId4"/>
    <p:sldId id="262" r:id="rId5"/>
    <p:sldId id="264" r:id="rId6"/>
    <p:sldId id="269" r:id="rId7"/>
  </p:sldIdLst>
  <p:sldSz cx="9144000" cy="5143500" type="screen16x9"/>
  <p:notesSz cx="6858000" cy="9144000"/>
  <p:embeddedFontLst>
    <p:embeddedFont>
      <p:font typeface="BoldPixels" panose="02060803000000000000" pitchFamily="18" charset="0"/>
      <p:bold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Playfair Display" panose="00000500000000000000" pitchFamily="2" charset="0"/>
      <p:regular r:id="rId14"/>
      <p:bold r:id="rId15"/>
      <p:italic r:id="rId16"/>
      <p:boldItalic r:id="rId17"/>
    </p:embeddedFont>
    <p:embeddedFont>
      <p:font typeface="Playfair Display Black" panose="00000A00000000000000" pitchFamily="2" charset="0"/>
      <p:bold r:id="rId18"/>
      <p:boldItalic r:id="rId19"/>
    </p:embeddedFont>
    <p:embeddedFont>
      <p:font typeface="Sagewold" panose="02000600000000000000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  <p15:guide id="3" pos="531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257C6B-5880-49BC-BE60-58FF89E9B278}">
  <a:tblStyle styleId="{26257C6B-5880-49BC-BE60-58FF89E9B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524" y="2310"/>
      </p:cViewPr>
      <p:guideLst>
        <p:guide orient="horz" pos="1620"/>
        <p:guide pos="2880"/>
        <p:guide pos="53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1" name="Google Shape;2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8bf84340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9" name="Google Shape;259;g218bf84340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1a4bcdb15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21a4bcdb15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a4bcdb15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5" name="Google Shape;305;g21a4bcdb15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1a4bcdb15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21a4bcdb15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1a4bcdb158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5" name="Google Shape;445;g21a4bcdb158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est Mountain Ranges in the World by Slidesg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656338"/>
            <a:ext cx="4918800" cy="22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856063"/>
            <a:ext cx="2787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10357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48341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13225" y="1410750"/>
            <a:ext cx="4021200" cy="23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310750" y="1460375"/>
            <a:ext cx="45225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310750" y="2121625"/>
            <a:ext cx="4522500" cy="15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 flipH="1">
            <a:off x="5319775" y="1623788"/>
            <a:ext cx="3111000" cy="10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 flipH="1">
            <a:off x="4393375" y="2545613"/>
            <a:ext cx="4037400" cy="9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713225" y="151970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2"/>
          </p:nvPr>
        </p:nvSpPr>
        <p:spPr>
          <a:xfrm>
            <a:off x="713225" y="1864423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3"/>
          </p:nvPr>
        </p:nvSpPr>
        <p:spPr>
          <a:xfrm>
            <a:off x="713225" y="296587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4"/>
          </p:nvPr>
        </p:nvSpPr>
        <p:spPr>
          <a:xfrm>
            <a:off x="713225" y="3310600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/>
          <p:nvPr/>
        </p:nvSpPr>
        <p:spPr>
          <a:xfrm flipH="1">
            <a:off x="412462" y="12963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5"/>
          <p:cNvSpPr/>
          <p:nvPr/>
        </p:nvSpPr>
        <p:spPr>
          <a:xfrm flipH="1">
            <a:off x="2" y="1556425"/>
            <a:ext cx="4624538" cy="3921753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5"/>
          <p:cNvSpPr/>
          <p:nvPr/>
        </p:nvSpPr>
        <p:spPr>
          <a:xfrm flipH="1">
            <a:off x="-200925" y="3134500"/>
            <a:ext cx="7387700" cy="2695154"/>
          </a:xfrm>
          <a:custGeom>
            <a:avLst/>
            <a:gdLst/>
            <a:ahLst/>
            <a:cxnLst/>
            <a:rect l="l" t="t" r="r" b="b"/>
            <a:pathLst>
              <a:path w="295508" h="77844" extrusionOk="0">
                <a:moveTo>
                  <a:pt x="1" y="65989"/>
                </a:moveTo>
                <a:cubicBezTo>
                  <a:pt x="1" y="65989"/>
                  <a:pt x="62738" y="47630"/>
                  <a:pt x="63102" y="47357"/>
                </a:cubicBezTo>
                <a:cubicBezTo>
                  <a:pt x="63498" y="47113"/>
                  <a:pt x="66902" y="47478"/>
                  <a:pt x="68057" y="47357"/>
                </a:cubicBezTo>
                <a:cubicBezTo>
                  <a:pt x="69182" y="47265"/>
                  <a:pt x="78422" y="42797"/>
                  <a:pt x="78939" y="42554"/>
                </a:cubicBezTo>
                <a:cubicBezTo>
                  <a:pt x="79455" y="42280"/>
                  <a:pt x="82373" y="42645"/>
                  <a:pt x="84653" y="44439"/>
                </a:cubicBezTo>
                <a:cubicBezTo>
                  <a:pt x="86933" y="46232"/>
                  <a:pt x="87814" y="43679"/>
                  <a:pt x="88179" y="44074"/>
                </a:cubicBezTo>
                <a:cubicBezTo>
                  <a:pt x="88574" y="44439"/>
                  <a:pt x="92100" y="48360"/>
                  <a:pt x="92373" y="47873"/>
                </a:cubicBezTo>
                <a:cubicBezTo>
                  <a:pt x="92617" y="47357"/>
                  <a:pt x="94380" y="48116"/>
                  <a:pt x="95140" y="47873"/>
                </a:cubicBezTo>
                <a:cubicBezTo>
                  <a:pt x="95899" y="47600"/>
                  <a:pt x="101340" y="44317"/>
                  <a:pt x="104137" y="42919"/>
                </a:cubicBezTo>
                <a:cubicBezTo>
                  <a:pt x="106903" y="41521"/>
                  <a:pt x="109182" y="42037"/>
                  <a:pt x="114289" y="41399"/>
                </a:cubicBezTo>
                <a:cubicBezTo>
                  <a:pt x="119334" y="40761"/>
                  <a:pt x="126812" y="38238"/>
                  <a:pt x="128088" y="37873"/>
                </a:cubicBezTo>
                <a:cubicBezTo>
                  <a:pt x="129335" y="37478"/>
                  <a:pt x="133894" y="39666"/>
                  <a:pt x="137754" y="40274"/>
                </a:cubicBezTo>
                <a:cubicBezTo>
                  <a:pt x="141615" y="40913"/>
                  <a:pt x="143043" y="39119"/>
                  <a:pt x="144958" y="39241"/>
                </a:cubicBezTo>
                <a:cubicBezTo>
                  <a:pt x="149122" y="39514"/>
                  <a:pt x="154442" y="37721"/>
                  <a:pt x="155901" y="37235"/>
                </a:cubicBezTo>
                <a:cubicBezTo>
                  <a:pt x="157329" y="36718"/>
                  <a:pt x="171949" y="32919"/>
                  <a:pt x="171949" y="32919"/>
                </a:cubicBezTo>
                <a:lnTo>
                  <a:pt x="213196" y="8602"/>
                </a:lnTo>
                <a:lnTo>
                  <a:pt x="221798" y="1064"/>
                </a:lnTo>
                <a:cubicBezTo>
                  <a:pt x="221798" y="1064"/>
                  <a:pt x="229914" y="3040"/>
                  <a:pt x="233714" y="1520"/>
                </a:cubicBezTo>
                <a:cubicBezTo>
                  <a:pt x="237513" y="0"/>
                  <a:pt x="243075" y="2766"/>
                  <a:pt x="243075" y="2766"/>
                </a:cubicBezTo>
                <a:cubicBezTo>
                  <a:pt x="243075" y="2766"/>
                  <a:pt x="254231" y="5532"/>
                  <a:pt x="259033" y="7052"/>
                </a:cubicBezTo>
                <a:cubicBezTo>
                  <a:pt x="263866" y="8572"/>
                  <a:pt x="271708" y="15137"/>
                  <a:pt x="271708" y="15137"/>
                </a:cubicBezTo>
                <a:lnTo>
                  <a:pt x="281830" y="20092"/>
                </a:lnTo>
                <a:lnTo>
                  <a:pt x="295508" y="20092"/>
                </a:lnTo>
                <a:lnTo>
                  <a:pt x="295508" y="77843"/>
                </a:lnTo>
                <a:lnTo>
                  <a:pt x="1" y="778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5"/>
          <p:cNvSpPr/>
          <p:nvPr/>
        </p:nvSpPr>
        <p:spPr>
          <a:xfrm flipH="1">
            <a:off x="-7054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5"/>
          <p:cNvSpPr/>
          <p:nvPr/>
        </p:nvSpPr>
        <p:spPr>
          <a:xfrm>
            <a:off x="-5530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5"/>
          <p:cNvSpPr/>
          <p:nvPr/>
        </p:nvSpPr>
        <p:spPr>
          <a:xfrm flipH="1">
            <a:off x="732359" y="364077"/>
            <a:ext cx="1209790" cy="497826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endParaRPr/>
          </a:p>
        </p:txBody>
      </p:sp>
      <p:sp>
        <p:nvSpPr>
          <p:cNvPr id="192" name="Google Shape;192;p35"/>
          <p:cNvSpPr/>
          <p:nvPr/>
        </p:nvSpPr>
        <p:spPr>
          <a:xfrm>
            <a:off x="7326413" y="20993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5"/>
          <p:cNvSpPr/>
          <p:nvPr/>
        </p:nvSpPr>
        <p:spPr>
          <a:xfrm>
            <a:off x="6886037" y="1869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 flipH="1">
            <a:off x="-1166041" y="1236275"/>
            <a:ext cx="4471064" cy="4318028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6"/>
          <p:cNvSpPr/>
          <p:nvPr/>
        </p:nvSpPr>
        <p:spPr>
          <a:xfrm flipH="1">
            <a:off x="-96288" y="1790125"/>
            <a:ext cx="5380213" cy="4408989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6"/>
          <p:cNvSpPr/>
          <p:nvPr/>
        </p:nvSpPr>
        <p:spPr>
          <a:xfrm flipH="1">
            <a:off x="3574725" y="2534525"/>
            <a:ext cx="6899449" cy="2760895"/>
          </a:xfrm>
          <a:custGeom>
            <a:avLst/>
            <a:gdLst/>
            <a:ahLst/>
            <a:cxnLst/>
            <a:rect l="l" t="t" r="r" b="b"/>
            <a:pathLst>
              <a:path w="240127" h="79668" extrusionOk="0">
                <a:moveTo>
                  <a:pt x="240127" y="66111"/>
                </a:moveTo>
                <a:cubicBezTo>
                  <a:pt x="240127" y="66111"/>
                  <a:pt x="203348" y="53558"/>
                  <a:pt x="198181" y="51734"/>
                </a:cubicBezTo>
                <a:cubicBezTo>
                  <a:pt x="193013" y="49910"/>
                  <a:pt x="176144" y="39028"/>
                  <a:pt x="172527" y="37509"/>
                </a:cubicBezTo>
                <a:cubicBezTo>
                  <a:pt x="168909" y="35989"/>
                  <a:pt x="158970" y="35989"/>
                  <a:pt x="158970" y="35989"/>
                </a:cubicBezTo>
                <a:lnTo>
                  <a:pt x="154684" y="32433"/>
                </a:lnTo>
                <a:lnTo>
                  <a:pt x="146417" y="30427"/>
                </a:lnTo>
                <a:lnTo>
                  <a:pt x="143164" y="29180"/>
                </a:lnTo>
                <a:lnTo>
                  <a:pt x="134866" y="21308"/>
                </a:lnTo>
                <a:cubicBezTo>
                  <a:pt x="134866" y="21308"/>
                  <a:pt x="126811" y="20822"/>
                  <a:pt x="122039" y="19788"/>
                </a:cubicBezTo>
                <a:cubicBezTo>
                  <a:pt x="117267" y="18755"/>
                  <a:pt x="108908" y="17235"/>
                  <a:pt x="108908" y="17235"/>
                </a:cubicBezTo>
                <a:lnTo>
                  <a:pt x="91674" y="9393"/>
                </a:lnTo>
                <a:lnTo>
                  <a:pt x="70883" y="1520"/>
                </a:lnTo>
                <a:lnTo>
                  <a:pt x="56202" y="1"/>
                </a:lnTo>
                <a:lnTo>
                  <a:pt x="50366" y="5593"/>
                </a:lnTo>
                <a:cubicBezTo>
                  <a:pt x="50366" y="5593"/>
                  <a:pt x="46324" y="17995"/>
                  <a:pt x="42767" y="20031"/>
                </a:cubicBezTo>
                <a:cubicBezTo>
                  <a:pt x="39241" y="22037"/>
                  <a:pt x="30609" y="26475"/>
                  <a:pt x="30609" y="26475"/>
                </a:cubicBezTo>
                <a:lnTo>
                  <a:pt x="21217" y="33041"/>
                </a:lnTo>
                <a:lnTo>
                  <a:pt x="13405" y="33041"/>
                </a:lnTo>
                <a:lnTo>
                  <a:pt x="1" y="45807"/>
                </a:lnTo>
                <a:lnTo>
                  <a:pt x="1" y="79667"/>
                </a:lnTo>
                <a:lnTo>
                  <a:pt x="240127" y="7966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6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6"/>
          <p:cNvSpPr/>
          <p:nvPr/>
        </p:nvSpPr>
        <p:spPr>
          <a:xfrm>
            <a:off x="5025848" y="1814663"/>
            <a:ext cx="1252230" cy="316124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6"/>
          <p:cNvSpPr/>
          <p:nvPr/>
        </p:nvSpPr>
        <p:spPr>
          <a:xfrm>
            <a:off x="6364250" y="1514349"/>
            <a:ext cx="1429927" cy="3810880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6"/>
          <p:cNvSpPr/>
          <p:nvPr/>
        </p:nvSpPr>
        <p:spPr>
          <a:xfrm flipH="1">
            <a:off x="951878" y="418320"/>
            <a:ext cx="2111128" cy="37675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6"/>
          <p:cNvSpPr/>
          <p:nvPr/>
        </p:nvSpPr>
        <p:spPr>
          <a:xfrm>
            <a:off x="6655725" y="647923"/>
            <a:ext cx="3591147" cy="6408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850" y="1152475"/>
            <a:ext cx="772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68" r:id="rId6"/>
    <p:sldLayoutId id="2147483674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/>
          <p:nvPr/>
        </p:nvSpPr>
        <p:spPr>
          <a:xfrm>
            <a:off x="6089225" y="1384580"/>
            <a:ext cx="3611418" cy="64456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0"/>
          <p:cNvSpPr/>
          <p:nvPr/>
        </p:nvSpPr>
        <p:spPr>
          <a:xfrm>
            <a:off x="1329825" y="2718425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0"/>
          <p:cNvSpPr/>
          <p:nvPr/>
        </p:nvSpPr>
        <p:spPr>
          <a:xfrm flipH="1">
            <a:off x="3593130" y="1446725"/>
            <a:ext cx="5550870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ctrTitle"/>
          </p:nvPr>
        </p:nvSpPr>
        <p:spPr>
          <a:xfrm>
            <a:off x="367485" y="1843685"/>
            <a:ext cx="4918800" cy="12068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latin typeface="Sagewold" panose="02000600000000000000" pitchFamily="2" charset="0"/>
                <a:ea typeface="Sagewold" panose="02000600000000000000" pitchFamily="2" charset="0"/>
              </a:rPr>
              <a:t>Pytechka</a:t>
            </a:r>
            <a:endParaRPr sz="72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>
            <a:off x="673402" y="3560045"/>
            <a:ext cx="1856546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Александър Тачев</a:t>
            </a:r>
            <a:endParaRPr lang="en-US" dirty="0">
              <a:latin typeface="BoldPixels" panose="02060803000000000000" pitchFamily="18" charset="0"/>
              <a:ea typeface="BoldPixels" panose="02060803000000000000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Камен Жековски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18" name="Google Shape;218;p40"/>
          <p:cNvSpPr/>
          <p:nvPr/>
        </p:nvSpPr>
        <p:spPr>
          <a:xfrm flipH="1">
            <a:off x="3086591" y="3449475"/>
            <a:ext cx="6458284" cy="1554000"/>
          </a:xfrm>
          <a:custGeom>
            <a:avLst/>
            <a:gdLst/>
            <a:ahLst/>
            <a:cxnLst/>
            <a:rect l="l" t="t" r="r" b="b"/>
            <a:pathLst>
              <a:path w="226905" h="62160" extrusionOk="0">
                <a:moveTo>
                  <a:pt x="226904" y="62159"/>
                </a:moveTo>
                <a:lnTo>
                  <a:pt x="198089" y="45624"/>
                </a:lnTo>
                <a:lnTo>
                  <a:pt x="186448" y="44560"/>
                </a:lnTo>
                <a:lnTo>
                  <a:pt x="161918" y="27448"/>
                </a:lnTo>
                <a:lnTo>
                  <a:pt x="153559" y="24408"/>
                </a:lnTo>
                <a:lnTo>
                  <a:pt x="145717" y="19180"/>
                </a:lnTo>
                <a:lnTo>
                  <a:pt x="135596" y="22645"/>
                </a:lnTo>
                <a:lnTo>
                  <a:pt x="127875" y="19453"/>
                </a:lnTo>
                <a:lnTo>
                  <a:pt x="109881" y="6779"/>
                </a:lnTo>
                <a:lnTo>
                  <a:pt x="101735" y="5107"/>
                </a:lnTo>
                <a:lnTo>
                  <a:pt x="91917" y="0"/>
                </a:lnTo>
                <a:lnTo>
                  <a:pt x="77722" y="8207"/>
                </a:lnTo>
                <a:lnTo>
                  <a:pt x="58694" y="15776"/>
                </a:lnTo>
                <a:lnTo>
                  <a:pt x="22189" y="36505"/>
                </a:lnTo>
                <a:lnTo>
                  <a:pt x="12159" y="39788"/>
                </a:lnTo>
                <a:cubicBezTo>
                  <a:pt x="12159" y="39788"/>
                  <a:pt x="6596" y="57235"/>
                  <a:pt x="0" y="621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0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0"/>
          <p:cNvSpPr/>
          <p:nvPr/>
        </p:nvSpPr>
        <p:spPr>
          <a:xfrm>
            <a:off x="4209100" y="554125"/>
            <a:ext cx="1882300" cy="36097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0"/>
          <p:cNvSpPr/>
          <p:nvPr/>
        </p:nvSpPr>
        <p:spPr>
          <a:xfrm>
            <a:off x="7194651" y="1591302"/>
            <a:ext cx="1146409" cy="3581772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CD940990-F95B-55D5-68A9-2AD2C055E75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2023512"/>
                  </p:ext>
                </p:extLst>
              </p:nvPr>
            </p:nvGraphicFramePr>
            <p:xfrm>
              <a:off x="9143877" y="-8749"/>
              <a:ext cx="9212130" cy="5181823"/>
            </p:xfrm>
            <a:graphic>
              <a:graphicData uri="http://schemas.microsoft.com/office/powerpoint/2016/slidezoom">
                <pslz:sldZm>
                  <pslz:sldZmObj sldId="259" cId="0">
                    <pslz:zmPr id="{181C2286-B453-43E1-98A8-3CA8822E066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212130" cy="518182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D940990-F95B-55D5-68A9-2AD2C055E7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3877" y="-8749"/>
                <a:ext cx="9212130" cy="518182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/>
          <p:nvPr/>
        </p:nvSpPr>
        <p:spPr>
          <a:xfrm flipH="1">
            <a:off x="752565" y="1284301"/>
            <a:ext cx="4037345" cy="77425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3"/>
          <p:cNvSpPr/>
          <p:nvPr/>
        </p:nvSpPr>
        <p:spPr>
          <a:xfrm>
            <a:off x="41969" y="988268"/>
            <a:ext cx="2379039" cy="456236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3"/>
          <p:cNvSpPr/>
          <p:nvPr/>
        </p:nvSpPr>
        <p:spPr>
          <a:xfrm>
            <a:off x="0" y="957501"/>
            <a:ext cx="4842016" cy="3651080"/>
          </a:xfrm>
          <a:custGeom>
            <a:avLst/>
            <a:gdLst/>
            <a:ahLst/>
            <a:cxnLst/>
            <a:rect l="l" t="t" r="r" b="b"/>
            <a:pathLst>
              <a:path w="307332" h="85686" extrusionOk="0">
                <a:moveTo>
                  <a:pt x="297879" y="64013"/>
                </a:moveTo>
                <a:lnTo>
                  <a:pt x="276571" y="51429"/>
                </a:lnTo>
                <a:lnTo>
                  <a:pt x="256419" y="47265"/>
                </a:lnTo>
                <a:lnTo>
                  <a:pt x="246176" y="40700"/>
                </a:lnTo>
                <a:lnTo>
                  <a:pt x="237087" y="36505"/>
                </a:lnTo>
                <a:lnTo>
                  <a:pt x="230826" y="29514"/>
                </a:lnTo>
                <a:lnTo>
                  <a:pt x="219610" y="30821"/>
                </a:lnTo>
                <a:lnTo>
                  <a:pt x="200825" y="21763"/>
                </a:lnTo>
                <a:lnTo>
                  <a:pt x="193652" y="16019"/>
                </a:lnTo>
                <a:lnTo>
                  <a:pt x="188880" y="17174"/>
                </a:lnTo>
                <a:lnTo>
                  <a:pt x="184229" y="13374"/>
                </a:lnTo>
                <a:lnTo>
                  <a:pt x="175506" y="7113"/>
                </a:lnTo>
                <a:lnTo>
                  <a:pt x="167633" y="9605"/>
                </a:lnTo>
                <a:lnTo>
                  <a:pt x="156600" y="14955"/>
                </a:lnTo>
                <a:lnTo>
                  <a:pt x="150186" y="12797"/>
                </a:lnTo>
                <a:lnTo>
                  <a:pt x="137541" y="18116"/>
                </a:lnTo>
                <a:lnTo>
                  <a:pt x="123772" y="23526"/>
                </a:lnTo>
                <a:lnTo>
                  <a:pt x="119912" y="29909"/>
                </a:lnTo>
                <a:lnTo>
                  <a:pt x="113255" y="27843"/>
                </a:lnTo>
                <a:lnTo>
                  <a:pt x="107267" y="28694"/>
                </a:lnTo>
                <a:lnTo>
                  <a:pt x="90094" y="16566"/>
                </a:lnTo>
                <a:lnTo>
                  <a:pt x="80580" y="12766"/>
                </a:lnTo>
                <a:lnTo>
                  <a:pt x="65230" y="4560"/>
                </a:lnTo>
                <a:lnTo>
                  <a:pt x="58269" y="7629"/>
                </a:lnTo>
                <a:lnTo>
                  <a:pt x="52585" y="7964"/>
                </a:lnTo>
                <a:lnTo>
                  <a:pt x="42828" y="0"/>
                </a:lnTo>
                <a:lnTo>
                  <a:pt x="27995" y="8085"/>
                </a:lnTo>
                <a:lnTo>
                  <a:pt x="12980" y="12189"/>
                </a:lnTo>
                <a:lnTo>
                  <a:pt x="1" y="17143"/>
                </a:lnTo>
                <a:lnTo>
                  <a:pt x="1" y="85685"/>
                </a:lnTo>
                <a:lnTo>
                  <a:pt x="187147" y="85412"/>
                </a:lnTo>
                <a:lnTo>
                  <a:pt x="307332" y="85412"/>
                </a:lnTo>
                <a:lnTo>
                  <a:pt x="307332" y="6975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title"/>
          </p:nvPr>
        </p:nvSpPr>
        <p:spPr>
          <a:xfrm flipH="1">
            <a:off x="1173887" y="208674"/>
            <a:ext cx="7827558" cy="10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Основен проблем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64" name="Google Shape;264;p43"/>
          <p:cNvSpPr txBox="1">
            <a:spLocks noGrp="1"/>
          </p:cNvSpPr>
          <p:nvPr>
            <p:ph type="subTitle" idx="1"/>
          </p:nvPr>
        </p:nvSpPr>
        <p:spPr>
          <a:xfrm flipH="1">
            <a:off x="4318696" y="2019463"/>
            <a:ext cx="4799938" cy="2386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Приложения с труден за разбиране интерфейс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насоки за начинаещи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списък с необходима екипировка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съображение спрямо сезона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разделение на маршрута на сектори по трудност и опасност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65" name="Google Shape;265;p43"/>
          <p:cNvSpPr/>
          <p:nvPr/>
        </p:nvSpPr>
        <p:spPr>
          <a:xfrm flipH="1">
            <a:off x="-336612" y="2482915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3"/>
          <p:cNvSpPr/>
          <p:nvPr/>
        </p:nvSpPr>
        <p:spPr>
          <a:xfrm flipH="1">
            <a:off x="-114315" y="3536675"/>
            <a:ext cx="9440490" cy="2339925"/>
          </a:xfrm>
          <a:custGeom>
            <a:avLst/>
            <a:gdLst/>
            <a:ahLst/>
            <a:cxnLst/>
            <a:rect l="l" t="t" r="r" b="b"/>
            <a:pathLst>
              <a:path w="285082" h="93597" extrusionOk="0">
                <a:moveTo>
                  <a:pt x="284960" y="24019"/>
                </a:moveTo>
                <a:lnTo>
                  <a:pt x="284960" y="24131"/>
                </a:lnTo>
                <a:lnTo>
                  <a:pt x="284960" y="24131"/>
                </a:lnTo>
                <a:cubicBezTo>
                  <a:pt x="284999" y="24093"/>
                  <a:pt x="285039" y="24055"/>
                  <a:pt x="285082" y="24019"/>
                </a:cubicBezTo>
                <a:close/>
                <a:moveTo>
                  <a:pt x="202032" y="1"/>
                </a:moveTo>
                <a:cubicBezTo>
                  <a:pt x="200511" y="1"/>
                  <a:pt x="198953" y="301"/>
                  <a:pt x="197421" y="493"/>
                </a:cubicBezTo>
                <a:cubicBezTo>
                  <a:pt x="195384" y="736"/>
                  <a:pt x="193226" y="1952"/>
                  <a:pt x="191402" y="2803"/>
                </a:cubicBezTo>
                <a:cubicBezTo>
                  <a:pt x="190035" y="3472"/>
                  <a:pt x="188636" y="3927"/>
                  <a:pt x="187299" y="4718"/>
                </a:cubicBezTo>
                <a:cubicBezTo>
                  <a:pt x="186083" y="5447"/>
                  <a:pt x="184989" y="6146"/>
                  <a:pt x="183651" y="6693"/>
                </a:cubicBezTo>
                <a:cubicBezTo>
                  <a:pt x="181311" y="7605"/>
                  <a:pt x="179122" y="9125"/>
                  <a:pt x="176691" y="9794"/>
                </a:cubicBezTo>
                <a:cubicBezTo>
                  <a:pt x="175232" y="10250"/>
                  <a:pt x="173742" y="10645"/>
                  <a:pt x="172283" y="11010"/>
                </a:cubicBezTo>
                <a:cubicBezTo>
                  <a:pt x="170247" y="11526"/>
                  <a:pt x="168119" y="12833"/>
                  <a:pt x="166174" y="13715"/>
                </a:cubicBezTo>
                <a:cubicBezTo>
                  <a:pt x="163985" y="14718"/>
                  <a:pt x="161645" y="15539"/>
                  <a:pt x="159517" y="16724"/>
                </a:cubicBezTo>
                <a:cubicBezTo>
                  <a:pt x="157238" y="17970"/>
                  <a:pt x="154776" y="18912"/>
                  <a:pt x="152344" y="19916"/>
                </a:cubicBezTo>
                <a:cubicBezTo>
                  <a:pt x="150307" y="20736"/>
                  <a:pt x="148180" y="22195"/>
                  <a:pt x="145961" y="22560"/>
                </a:cubicBezTo>
                <a:cubicBezTo>
                  <a:pt x="144380" y="22834"/>
                  <a:pt x="142860" y="22712"/>
                  <a:pt x="141280" y="23259"/>
                </a:cubicBezTo>
                <a:cubicBezTo>
                  <a:pt x="139456" y="23897"/>
                  <a:pt x="137724" y="24809"/>
                  <a:pt x="135961" y="25660"/>
                </a:cubicBezTo>
                <a:cubicBezTo>
                  <a:pt x="134046" y="26572"/>
                  <a:pt x="131918" y="26876"/>
                  <a:pt x="129942" y="27727"/>
                </a:cubicBezTo>
                <a:cubicBezTo>
                  <a:pt x="128514" y="28335"/>
                  <a:pt x="127055" y="28700"/>
                  <a:pt x="125596" y="29308"/>
                </a:cubicBezTo>
                <a:cubicBezTo>
                  <a:pt x="124532" y="29764"/>
                  <a:pt x="123650" y="30402"/>
                  <a:pt x="122586" y="30888"/>
                </a:cubicBezTo>
                <a:cubicBezTo>
                  <a:pt x="120307" y="31983"/>
                  <a:pt x="117723" y="32378"/>
                  <a:pt x="115291" y="33046"/>
                </a:cubicBezTo>
                <a:cubicBezTo>
                  <a:pt x="113225" y="33654"/>
                  <a:pt x="111249" y="34201"/>
                  <a:pt x="109121" y="34657"/>
                </a:cubicBezTo>
                <a:cubicBezTo>
                  <a:pt x="107886" y="34916"/>
                  <a:pt x="106596" y="35043"/>
                  <a:pt x="105301" y="35043"/>
                </a:cubicBezTo>
                <a:cubicBezTo>
                  <a:pt x="103249" y="35043"/>
                  <a:pt x="101185" y="34725"/>
                  <a:pt x="99303" y="34110"/>
                </a:cubicBezTo>
                <a:cubicBezTo>
                  <a:pt x="97206" y="33472"/>
                  <a:pt x="95534" y="32499"/>
                  <a:pt x="93559" y="31527"/>
                </a:cubicBezTo>
                <a:cubicBezTo>
                  <a:pt x="91826" y="30706"/>
                  <a:pt x="90306" y="28882"/>
                  <a:pt x="88330" y="28761"/>
                </a:cubicBezTo>
                <a:cubicBezTo>
                  <a:pt x="87812" y="28734"/>
                  <a:pt x="87304" y="28718"/>
                  <a:pt x="86803" y="28718"/>
                </a:cubicBezTo>
                <a:cubicBezTo>
                  <a:pt x="84983" y="28718"/>
                  <a:pt x="83262" y="28934"/>
                  <a:pt x="81522" y="29673"/>
                </a:cubicBezTo>
                <a:cubicBezTo>
                  <a:pt x="80242" y="30251"/>
                  <a:pt x="79424" y="30745"/>
                  <a:pt x="78431" y="30745"/>
                </a:cubicBezTo>
                <a:cubicBezTo>
                  <a:pt x="77963" y="30745"/>
                  <a:pt x="77455" y="30635"/>
                  <a:pt x="76841" y="30372"/>
                </a:cubicBezTo>
                <a:cubicBezTo>
                  <a:pt x="73522" y="28897"/>
                  <a:pt x="71814" y="27701"/>
                  <a:pt x="69769" y="27701"/>
                </a:cubicBezTo>
                <a:cubicBezTo>
                  <a:pt x="68443" y="27701"/>
                  <a:pt x="66975" y="28204"/>
                  <a:pt x="64835" y="29460"/>
                </a:cubicBezTo>
                <a:cubicBezTo>
                  <a:pt x="63923" y="29976"/>
                  <a:pt x="62920" y="30736"/>
                  <a:pt x="61947" y="31162"/>
                </a:cubicBezTo>
                <a:cubicBezTo>
                  <a:pt x="61666" y="31283"/>
                  <a:pt x="61409" y="31335"/>
                  <a:pt x="61167" y="31335"/>
                </a:cubicBezTo>
                <a:cubicBezTo>
                  <a:pt x="60439" y="31335"/>
                  <a:pt x="59835" y="30873"/>
                  <a:pt x="59059" y="30463"/>
                </a:cubicBezTo>
                <a:cubicBezTo>
                  <a:pt x="56841" y="29338"/>
                  <a:pt x="54895" y="28092"/>
                  <a:pt x="52798" y="26785"/>
                </a:cubicBezTo>
                <a:cubicBezTo>
                  <a:pt x="49029" y="24475"/>
                  <a:pt x="44743" y="22773"/>
                  <a:pt x="40792" y="20797"/>
                </a:cubicBezTo>
                <a:cubicBezTo>
                  <a:pt x="36415" y="18609"/>
                  <a:pt x="32098" y="16420"/>
                  <a:pt x="27721" y="14262"/>
                </a:cubicBezTo>
                <a:cubicBezTo>
                  <a:pt x="26597" y="13684"/>
                  <a:pt x="25168" y="13229"/>
                  <a:pt x="24165" y="12438"/>
                </a:cubicBezTo>
                <a:cubicBezTo>
                  <a:pt x="23405" y="11830"/>
                  <a:pt x="23496" y="11618"/>
                  <a:pt x="22493" y="11526"/>
                </a:cubicBezTo>
                <a:cubicBezTo>
                  <a:pt x="22301" y="11502"/>
                  <a:pt x="22108" y="11491"/>
                  <a:pt x="21914" y="11491"/>
                </a:cubicBezTo>
                <a:cubicBezTo>
                  <a:pt x="19664" y="11491"/>
                  <a:pt x="17361" y="13018"/>
                  <a:pt x="15290" y="13745"/>
                </a:cubicBezTo>
                <a:cubicBezTo>
                  <a:pt x="13679" y="14323"/>
                  <a:pt x="12007" y="14931"/>
                  <a:pt x="10426" y="15691"/>
                </a:cubicBezTo>
                <a:cubicBezTo>
                  <a:pt x="8694" y="16572"/>
                  <a:pt x="6900" y="17180"/>
                  <a:pt x="5077" y="17940"/>
                </a:cubicBezTo>
                <a:cubicBezTo>
                  <a:pt x="3405" y="18609"/>
                  <a:pt x="1672" y="19186"/>
                  <a:pt x="1" y="19824"/>
                </a:cubicBezTo>
                <a:lnTo>
                  <a:pt x="1" y="92986"/>
                </a:lnTo>
                <a:cubicBezTo>
                  <a:pt x="6957" y="93305"/>
                  <a:pt x="13941" y="93597"/>
                  <a:pt x="20899" y="93597"/>
                </a:cubicBezTo>
                <a:cubicBezTo>
                  <a:pt x="21238" y="93597"/>
                  <a:pt x="21577" y="93596"/>
                  <a:pt x="21916" y="93594"/>
                </a:cubicBezTo>
                <a:cubicBezTo>
                  <a:pt x="33618" y="93534"/>
                  <a:pt x="45321" y="93503"/>
                  <a:pt x="57023" y="92926"/>
                </a:cubicBezTo>
                <a:cubicBezTo>
                  <a:pt x="69546" y="92318"/>
                  <a:pt x="82130" y="91345"/>
                  <a:pt x="94683" y="90433"/>
                </a:cubicBezTo>
                <a:cubicBezTo>
                  <a:pt x="107145" y="89521"/>
                  <a:pt x="119608" y="88458"/>
                  <a:pt x="132100" y="87971"/>
                </a:cubicBezTo>
                <a:cubicBezTo>
                  <a:pt x="145930" y="87394"/>
                  <a:pt x="159730" y="85996"/>
                  <a:pt x="173560" y="85570"/>
                </a:cubicBezTo>
                <a:cubicBezTo>
                  <a:pt x="190126" y="85084"/>
                  <a:pt x="206722" y="84871"/>
                  <a:pt x="223287" y="84689"/>
                </a:cubicBezTo>
                <a:cubicBezTo>
                  <a:pt x="237269" y="84537"/>
                  <a:pt x="251008" y="83473"/>
                  <a:pt x="264930" y="82348"/>
                </a:cubicBezTo>
                <a:cubicBezTo>
                  <a:pt x="271617" y="81801"/>
                  <a:pt x="278273" y="81163"/>
                  <a:pt x="284960" y="80464"/>
                </a:cubicBezTo>
                <a:lnTo>
                  <a:pt x="284960" y="24131"/>
                </a:lnTo>
                <a:lnTo>
                  <a:pt x="284960" y="24131"/>
                </a:lnTo>
                <a:cubicBezTo>
                  <a:pt x="284806" y="24282"/>
                  <a:pt x="284675" y="24432"/>
                  <a:pt x="284504" y="24505"/>
                </a:cubicBezTo>
                <a:cubicBezTo>
                  <a:pt x="284048" y="24718"/>
                  <a:pt x="283501" y="24627"/>
                  <a:pt x="283015" y="24748"/>
                </a:cubicBezTo>
                <a:cubicBezTo>
                  <a:pt x="281039" y="25235"/>
                  <a:pt x="278881" y="26724"/>
                  <a:pt x="277118" y="27758"/>
                </a:cubicBezTo>
                <a:cubicBezTo>
                  <a:pt x="275990" y="28440"/>
                  <a:pt x="274952" y="29417"/>
                  <a:pt x="273614" y="29417"/>
                </a:cubicBezTo>
                <a:cubicBezTo>
                  <a:pt x="273402" y="29417"/>
                  <a:pt x="273182" y="29392"/>
                  <a:pt x="272954" y="29338"/>
                </a:cubicBezTo>
                <a:cubicBezTo>
                  <a:pt x="270735" y="28852"/>
                  <a:pt x="269185" y="26633"/>
                  <a:pt x="267240" y="25508"/>
                </a:cubicBezTo>
                <a:cubicBezTo>
                  <a:pt x="266456" y="25048"/>
                  <a:pt x="265698" y="24866"/>
                  <a:pt x="264952" y="24866"/>
                </a:cubicBezTo>
                <a:cubicBezTo>
                  <a:pt x="262747" y="24866"/>
                  <a:pt x="260651" y="26453"/>
                  <a:pt x="258334" y="27089"/>
                </a:cubicBezTo>
                <a:cubicBezTo>
                  <a:pt x="257817" y="27241"/>
                  <a:pt x="257361" y="27210"/>
                  <a:pt x="256875" y="27332"/>
                </a:cubicBezTo>
                <a:cubicBezTo>
                  <a:pt x="256540" y="27393"/>
                  <a:pt x="256814" y="27788"/>
                  <a:pt x="256236" y="27788"/>
                </a:cubicBezTo>
                <a:cubicBezTo>
                  <a:pt x="256054" y="27788"/>
                  <a:pt x="254899" y="27271"/>
                  <a:pt x="254686" y="27210"/>
                </a:cubicBezTo>
                <a:cubicBezTo>
                  <a:pt x="253197" y="26663"/>
                  <a:pt x="251707" y="26116"/>
                  <a:pt x="250218" y="25569"/>
                </a:cubicBezTo>
                <a:cubicBezTo>
                  <a:pt x="247087" y="24475"/>
                  <a:pt x="243835" y="22985"/>
                  <a:pt x="241069" y="21040"/>
                </a:cubicBezTo>
                <a:cubicBezTo>
                  <a:pt x="239397" y="19916"/>
                  <a:pt x="237543" y="18852"/>
                  <a:pt x="235719" y="17909"/>
                </a:cubicBezTo>
                <a:cubicBezTo>
                  <a:pt x="234655" y="17332"/>
                  <a:pt x="233500" y="16906"/>
                  <a:pt x="232437" y="16420"/>
                </a:cubicBezTo>
                <a:cubicBezTo>
                  <a:pt x="231342" y="15873"/>
                  <a:pt x="230613" y="14961"/>
                  <a:pt x="229579" y="14414"/>
                </a:cubicBezTo>
                <a:cubicBezTo>
                  <a:pt x="226996" y="13077"/>
                  <a:pt x="224351" y="11982"/>
                  <a:pt x="221889" y="10463"/>
                </a:cubicBezTo>
                <a:cubicBezTo>
                  <a:pt x="220035" y="9307"/>
                  <a:pt x="218090" y="8335"/>
                  <a:pt x="216114" y="7301"/>
                </a:cubicBezTo>
                <a:cubicBezTo>
                  <a:pt x="215050" y="6754"/>
                  <a:pt x="214381" y="5934"/>
                  <a:pt x="213409" y="5326"/>
                </a:cubicBezTo>
                <a:cubicBezTo>
                  <a:pt x="212345" y="4687"/>
                  <a:pt x="211038" y="4323"/>
                  <a:pt x="209944" y="3654"/>
                </a:cubicBezTo>
                <a:cubicBezTo>
                  <a:pt x="208606" y="2772"/>
                  <a:pt x="207330" y="1830"/>
                  <a:pt x="206023" y="1040"/>
                </a:cubicBezTo>
                <a:cubicBezTo>
                  <a:pt x="204753" y="246"/>
                  <a:pt x="203407" y="1"/>
                  <a:pt x="20203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2509270" y="2465759"/>
            <a:ext cx="980453" cy="2475148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3"/>
          <p:cNvSpPr/>
          <p:nvPr/>
        </p:nvSpPr>
        <p:spPr>
          <a:xfrm flipH="1">
            <a:off x="-72675" y="4271685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3"/>
          <p:cNvSpPr/>
          <p:nvPr/>
        </p:nvSpPr>
        <p:spPr>
          <a:xfrm>
            <a:off x="267557" y="1323554"/>
            <a:ext cx="1258585" cy="3932138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3"/>
          <p:cNvSpPr/>
          <p:nvPr/>
        </p:nvSpPr>
        <p:spPr>
          <a:xfrm>
            <a:off x="1640457" y="2854680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3CD180A5-B1F5-ACA9-F117-670FBF2082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0150430"/>
                  </p:ext>
                </p:extLst>
              </p:nvPr>
            </p:nvGraphicFramePr>
            <p:xfrm>
              <a:off x="9143999" y="-1"/>
              <a:ext cx="9144002" cy="5143501"/>
            </p:xfrm>
            <a:graphic>
              <a:graphicData uri="http://schemas.microsoft.com/office/powerpoint/2016/slidezoom">
                <pslz:sldZm>
                  <pslz:sldZmObj sldId="261" cId="0">
                    <pslz:zmPr id="{9A07D73A-88EB-4145-899F-7508209C943A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144002" cy="51435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CD180A5-B1F5-ACA9-F117-670FBF2082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3999" y="-1"/>
                <a:ext cx="9144002" cy="51435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/>
          <p:nvPr/>
        </p:nvSpPr>
        <p:spPr>
          <a:xfrm>
            <a:off x="1270675" y="3446550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/>
          <p:nvPr/>
        </p:nvSpPr>
        <p:spPr>
          <a:xfrm>
            <a:off x="-605050" y="4074338"/>
            <a:ext cx="9977708" cy="1069100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5"/>
          <p:cNvSpPr/>
          <p:nvPr/>
        </p:nvSpPr>
        <p:spPr>
          <a:xfrm flipH="1">
            <a:off x="-1355462" y="2507375"/>
            <a:ext cx="3915492" cy="3046977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2310750" y="1460375"/>
            <a:ext cx="45225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Какво е нашето решение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95" name="Google Shape;295;p45"/>
          <p:cNvSpPr txBox="1">
            <a:spLocks noGrp="1"/>
          </p:cNvSpPr>
          <p:nvPr>
            <p:ph type="subTitle" idx="1"/>
          </p:nvPr>
        </p:nvSpPr>
        <p:spPr>
          <a:xfrm>
            <a:off x="2310750" y="2121624"/>
            <a:ext cx="4522500" cy="1806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4C2A19"/>
              </a:buClr>
              <a:buSzPts val="1100"/>
            </a:pP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Pytechka </a:t>
            </a: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е приложение, което предлага иновативен подход в сферата на картите за туристически маршрути. То слага акцент върху по-неопитните, като им дава насоки и упътвания, които да направят изживяването им незабравимо и по-безопасно.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96" name="Google Shape;296;p45"/>
          <p:cNvSpPr/>
          <p:nvPr/>
        </p:nvSpPr>
        <p:spPr>
          <a:xfrm>
            <a:off x="6583963" y="2507375"/>
            <a:ext cx="3915492" cy="3046977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5"/>
          <p:cNvSpPr/>
          <p:nvPr/>
        </p:nvSpPr>
        <p:spPr>
          <a:xfrm>
            <a:off x="0" y="4302650"/>
            <a:ext cx="4622055" cy="1105650"/>
          </a:xfrm>
          <a:custGeom>
            <a:avLst/>
            <a:gdLst/>
            <a:ahLst/>
            <a:cxnLst/>
            <a:rect l="l" t="t" r="r" b="b"/>
            <a:pathLst>
              <a:path w="128088" h="44226" extrusionOk="0">
                <a:moveTo>
                  <a:pt x="128088" y="44226"/>
                </a:moveTo>
                <a:cubicBezTo>
                  <a:pt x="128088" y="44226"/>
                  <a:pt x="125261" y="36232"/>
                  <a:pt x="123559" y="33830"/>
                </a:cubicBezTo>
                <a:cubicBezTo>
                  <a:pt x="121857" y="31459"/>
                  <a:pt x="118422" y="29514"/>
                  <a:pt x="118422" y="29514"/>
                </a:cubicBezTo>
                <a:cubicBezTo>
                  <a:pt x="118422" y="29514"/>
                  <a:pt x="113984" y="30000"/>
                  <a:pt x="112616" y="29514"/>
                </a:cubicBezTo>
                <a:cubicBezTo>
                  <a:pt x="111218" y="29028"/>
                  <a:pt x="111218" y="25927"/>
                  <a:pt x="110337" y="25411"/>
                </a:cubicBezTo>
                <a:cubicBezTo>
                  <a:pt x="109455" y="24833"/>
                  <a:pt x="108695" y="18754"/>
                  <a:pt x="106659" y="18389"/>
                </a:cubicBezTo>
                <a:cubicBezTo>
                  <a:pt x="106385" y="20395"/>
                  <a:pt x="108300" y="22979"/>
                  <a:pt x="105899" y="24347"/>
                </a:cubicBezTo>
                <a:cubicBezTo>
                  <a:pt x="103498" y="25715"/>
                  <a:pt x="102373" y="27386"/>
                  <a:pt x="102373" y="28450"/>
                </a:cubicBezTo>
                <a:cubicBezTo>
                  <a:pt x="102373" y="29514"/>
                  <a:pt x="101218" y="31307"/>
                  <a:pt x="101218" y="31307"/>
                </a:cubicBezTo>
                <a:cubicBezTo>
                  <a:pt x="101218" y="31307"/>
                  <a:pt x="100610" y="29545"/>
                  <a:pt x="99334" y="29180"/>
                </a:cubicBezTo>
                <a:cubicBezTo>
                  <a:pt x="98026" y="28785"/>
                  <a:pt x="97449" y="29484"/>
                  <a:pt x="97449" y="29484"/>
                </a:cubicBezTo>
                <a:lnTo>
                  <a:pt x="97084" y="28359"/>
                </a:lnTo>
                <a:cubicBezTo>
                  <a:pt x="97084" y="28359"/>
                  <a:pt x="95291" y="29241"/>
                  <a:pt x="94622" y="28450"/>
                </a:cubicBezTo>
                <a:cubicBezTo>
                  <a:pt x="93923" y="27660"/>
                  <a:pt x="93315" y="26991"/>
                  <a:pt x="93315" y="26991"/>
                </a:cubicBezTo>
                <a:cubicBezTo>
                  <a:pt x="93315" y="26991"/>
                  <a:pt x="91917" y="28025"/>
                  <a:pt x="91461" y="27052"/>
                </a:cubicBezTo>
                <a:cubicBezTo>
                  <a:pt x="91035" y="26049"/>
                  <a:pt x="90732" y="23891"/>
                  <a:pt x="90154" y="23557"/>
                </a:cubicBezTo>
                <a:cubicBezTo>
                  <a:pt x="89576" y="23161"/>
                  <a:pt x="90154" y="18420"/>
                  <a:pt x="90154" y="18420"/>
                </a:cubicBezTo>
                <a:cubicBezTo>
                  <a:pt x="90154" y="18420"/>
                  <a:pt x="88634" y="21155"/>
                  <a:pt x="88482" y="23009"/>
                </a:cubicBezTo>
                <a:cubicBezTo>
                  <a:pt x="88361" y="24864"/>
                  <a:pt x="87418" y="25715"/>
                  <a:pt x="86628" y="27083"/>
                </a:cubicBezTo>
                <a:cubicBezTo>
                  <a:pt x="85838" y="28450"/>
                  <a:pt x="86324" y="29788"/>
                  <a:pt x="85747" y="31338"/>
                </a:cubicBezTo>
                <a:cubicBezTo>
                  <a:pt x="85169" y="32888"/>
                  <a:pt x="83741" y="33648"/>
                  <a:pt x="83467" y="32523"/>
                </a:cubicBezTo>
                <a:cubicBezTo>
                  <a:pt x="83254" y="31399"/>
                  <a:pt x="83892" y="30639"/>
                  <a:pt x="82494" y="30912"/>
                </a:cubicBezTo>
                <a:cubicBezTo>
                  <a:pt x="81066" y="31156"/>
                  <a:pt x="80215" y="31642"/>
                  <a:pt x="80215" y="31642"/>
                </a:cubicBezTo>
                <a:cubicBezTo>
                  <a:pt x="80215" y="31642"/>
                  <a:pt x="80762" y="30396"/>
                  <a:pt x="79607" y="29484"/>
                </a:cubicBezTo>
                <a:cubicBezTo>
                  <a:pt x="78421" y="28572"/>
                  <a:pt x="78604" y="30031"/>
                  <a:pt x="77570" y="28359"/>
                </a:cubicBezTo>
                <a:cubicBezTo>
                  <a:pt x="76506" y="26687"/>
                  <a:pt x="74774" y="28602"/>
                  <a:pt x="73710" y="27538"/>
                </a:cubicBezTo>
                <a:cubicBezTo>
                  <a:pt x="72646" y="26475"/>
                  <a:pt x="72099" y="24651"/>
                  <a:pt x="72099" y="24651"/>
                </a:cubicBezTo>
                <a:cubicBezTo>
                  <a:pt x="72099" y="24651"/>
                  <a:pt x="72099" y="22706"/>
                  <a:pt x="71704" y="21733"/>
                </a:cubicBezTo>
                <a:cubicBezTo>
                  <a:pt x="71278" y="20730"/>
                  <a:pt x="70093" y="21003"/>
                  <a:pt x="70093" y="21003"/>
                </a:cubicBezTo>
                <a:cubicBezTo>
                  <a:pt x="70093" y="21003"/>
                  <a:pt x="70002" y="18906"/>
                  <a:pt x="68725" y="17417"/>
                </a:cubicBezTo>
                <a:cubicBezTo>
                  <a:pt x="67509" y="15958"/>
                  <a:pt x="68056" y="15259"/>
                  <a:pt x="67661" y="14438"/>
                </a:cubicBezTo>
                <a:cubicBezTo>
                  <a:pt x="67296" y="13556"/>
                  <a:pt x="66263" y="12949"/>
                  <a:pt x="66081" y="13435"/>
                </a:cubicBezTo>
                <a:cubicBezTo>
                  <a:pt x="65898" y="13921"/>
                  <a:pt x="65837" y="16262"/>
                  <a:pt x="64713" y="17417"/>
                </a:cubicBezTo>
                <a:cubicBezTo>
                  <a:pt x="63619" y="18602"/>
                  <a:pt x="62555" y="16505"/>
                  <a:pt x="61643" y="18025"/>
                </a:cubicBezTo>
                <a:cubicBezTo>
                  <a:pt x="60731" y="19544"/>
                  <a:pt x="59910" y="20608"/>
                  <a:pt x="59910" y="20608"/>
                </a:cubicBezTo>
                <a:cubicBezTo>
                  <a:pt x="59910" y="20608"/>
                  <a:pt x="57448" y="19636"/>
                  <a:pt x="57023" y="18936"/>
                </a:cubicBezTo>
                <a:cubicBezTo>
                  <a:pt x="56628" y="18268"/>
                  <a:pt x="56658" y="17265"/>
                  <a:pt x="56111" y="16961"/>
                </a:cubicBezTo>
                <a:cubicBezTo>
                  <a:pt x="55564" y="16657"/>
                  <a:pt x="55199" y="11702"/>
                  <a:pt x="54530" y="11429"/>
                </a:cubicBezTo>
                <a:cubicBezTo>
                  <a:pt x="53831" y="11186"/>
                  <a:pt x="54530" y="12979"/>
                  <a:pt x="54135" y="13404"/>
                </a:cubicBezTo>
                <a:cubicBezTo>
                  <a:pt x="53770" y="13830"/>
                  <a:pt x="51187" y="13131"/>
                  <a:pt x="51248" y="15897"/>
                </a:cubicBezTo>
                <a:cubicBezTo>
                  <a:pt x="51339" y="18693"/>
                  <a:pt x="49545" y="14377"/>
                  <a:pt x="49545" y="14377"/>
                </a:cubicBezTo>
                <a:lnTo>
                  <a:pt x="48481" y="12097"/>
                </a:lnTo>
                <a:cubicBezTo>
                  <a:pt x="48481" y="12097"/>
                  <a:pt x="47752" y="6717"/>
                  <a:pt x="47266" y="7508"/>
                </a:cubicBezTo>
                <a:cubicBezTo>
                  <a:pt x="46779" y="8298"/>
                  <a:pt x="46597" y="11611"/>
                  <a:pt x="46597" y="11611"/>
                </a:cubicBezTo>
                <a:cubicBezTo>
                  <a:pt x="46597" y="11611"/>
                  <a:pt x="45290" y="12341"/>
                  <a:pt x="45077" y="14134"/>
                </a:cubicBezTo>
                <a:cubicBezTo>
                  <a:pt x="44834" y="15897"/>
                  <a:pt x="44652" y="17204"/>
                  <a:pt x="44469" y="17417"/>
                </a:cubicBezTo>
                <a:cubicBezTo>
                  <a:pt x="44256" y="17660"/>
                  <a:pt x="43557" y="16262"/>
                  <a:pt x="43101" y="16049"/>
                </a:cubicBezTo>
                <a:cubicBezTo>
                  <a:pt x="42676" y="15867"/>
                  <a:pt x="42524" y="8511"/>
                  <a:pt x="42190" y="8511"/>
                </a:cubicBezTo>
                <a:cubicBezTo>
                  <a:pt x="41794" y="8511"/>
                  <a:pt x="41065" y="10790"/>
                  <a:pt x="41065" y="11277"/>
                </a:cubicBezTo>
                <a:cubicBezTo>
                  <a:pt x="41065" y="11763"/>
                  <a:pt x="40883" y="14529"/>
                  <a:pt x="40092" y="14590"/>
                </a:cubicBezTo>
                <a:cubicBezTo>
                  <a:pt x="39302" y="14620"/>
                  <a:pt x="38390" y="14347"/>
                  <a:pt x="37934" y="14772"/>
                </a:cubicBezTo>
                <a:cubicBezTo>
                  <a:pt x="37478" y="15198"/>
                  <a:pt x="36414" y="10031"/>
                  <a:pt x="35594" y="11459"/>
                </a:cubicBezTo>
                <a:cubicBezTo>
                  <a:pt x="34803" y="12857"/>
                  <a:pt x="34621" y="13465"/>
                  <a:pt x="34621" y="13465"/>
                </a:cubicBezTo>
                <a:lnTo>
                  <a:pt x="33405" y="11459"/>
                </a:lnTo>
                <a:cubicBezTo>
                  <a:pt x="33405" y="11459"/>
                  <a:pt x="32615" y="3982"/>
                  <a:pt x="31733" y="4407"/>
                </a:cubicBezTo>
                <a:cubicBezTo>
                  <a:pt x="30852" y="4803"/>
                  <a:pt x="31004" y="7295"/>
                  <a:pt x="31004" y="7538"/>
                </a:cubicBezTo>
                <a:cubicBezTo>
                  <a:pt x="31004" y="7781"/>
                  <a:pt x="31430" y="8541"/>
                  <a:pt x="30518" y="9635"/>
                </a:cubicBezTo>
                <a:cubicBezTo>
                  <a:pt x="29606" y="10730"/>
                  <a:pt x="29423" y="11946"/>
                  <a:pt x="29332" y="12401"/>
                </a:cubicBezTo>
                <a:cubicBezTo>
                  <a:pt x="29271" y="12827"/>
                  <a:pt x="28663" y="13708"/>
                  <a:pt x="28663" y="13708"/>
                </a:cubicBezTo>
                <a:lnTo>
                  <a:pt x="27235" y="10547"/>
                </a:lnTo>
                <a:cubicBezTo>
                  <a:pt x="27235" y="10547"/>
                  <a:pt x="26171" y="6110"/>
                  <a:pt x="26080" y="5866"/>
                </a:cubicBezTo>
                <a:cubicBezTo>
                  <a:pt x="25958" y="5654"/>
                  <a:pt x="25077" y="5684"/>
                  <a:pt x="25350" y="7964"/>
                </a:cubicBezTo>
                <a:cubicBezTo>
                  <a:pt x="25563" y="10243"/>
                  <a:pt x="25411" y="11277"/>
                  <a:pt x="24864" y="11642"/>
                </a:cubicBezTo>
                <a:cubicBezTo>
                  <a:pt x="24287" y="12037"/>
                  <a:pt x="22341" y="9787"/>
                  <a:pt x="22341" y="9787"/>
                </a:cubicBezTo>
                <a:lnTo>
                  <a:pt x="21065" y="7477"/>
                </a:lnTo>
                <a:cubicBezTo>
                  <a:pt x="21065" y="7477"/>
                  <a:pt x="20153" y="7538"/>
                  <a:pt x="20244" y="9757"/>
                </a:cubicBezTo>
                <a:cubicBezTo>
                  <a:pt x="20365" y="11946"/>
                  <a:pt x="19940" y="13253"/>
                  <a:pt x="19849" y="13617"/>
                </a:cubicBezTo>
                <a:cubicBezTo>
                  <a:pt x="19727" y="14012"/>
                  <a:pt x="18116" y="9058"/>
                  <a:pt x="18116" y="8876"/>
                </a:cubicBezTo>
                <a:cubicBezTo>
                  <a:pt x="18116" y="8693"/>
                  <a:pt x="16596" y="6717"/>
                  <a:pt x="16444" y="6414"/>
                </a:cubicBezTo>
                <a:cubicBezTo>
                  <a:pt x="16353" y="6110"/>
                  <a:pt x="17356" y="243"/>
                  <a:pt x="16140" y="1003"/>
                </a:cubicBezTo>
                <a:cubicBezTo>
                  <a:pt x="14925" y="1733"/>
                  <a:pt x="14925" y="4195"/>
                  <a:pt x="15046" y="4772"/>
                </a:cubicBezTo>
                <a:cubicBezTo>
                  <a:pt x="15168" y="5350"/>
                  <a:pt x="15624" y="8389"/>
                  <a:pt x="14621" y="8876"/>
                </a:cubicBezTo>
                <a:cubicBezTo>
                  <a:pt x="13648" y="9362"/>
                  <a:pt x="13162" y="10395"/>
                  <a:pt x="13101" y="10882"/>
                </a:cubicBezTo>
                <a:cubicBezTo>
                  <a:pt x="13070" y="11398"/>
                  <a:pt x="11885" y="7629"/>
                  <a:pt x="11885" y="7629"/>
                </a:cubicBezTo>
                <a:cubicBezTo>
                  <a:pt x="11885" y="7629"/>
                  <a:pt x="9909" y="7629"/>
                  <a:pt x="9423" y="6748"/>
                </a:cubicBezTo>
                <a:cubicBezTo>
                  <a:pt x="8937" y="5866"/>
                  <a:pt x="8329" y="3070"/>
                  <a:pt x="8329" y="3070"/>
                </a:cubicBezTo>
                <a:cubicBezTo>
                  <a:pt x="8329" y="3070"/>
                  <a:pt x="7903" y="0"/>
                  <a:pt x="7265" y="1702"/>
                </a:cubicBezTo>
                <a:cubicBezTo>
                  <a:pt x="6627" y="3404"/>
                  <a:pt x="7326" y="4863"/>
                  <a:pt x="6839" y="5654"/>
                </a:cubicBezTo>
                <a:cubicBezTo>
                  <a:pt x="6353" y="6444"/>
                  <a:pt x="5137" y="6383"/>
                  <a:pt x="5137" y="6383"/>
                </a:cubicBezTo>
                <a:lnTo>
                  <a:pt x="3617" y="4286"/>
                </a:lnTo>
                <a:lnTo>
                  <a:pt x="0" y="608"/>
                </a:lnTo>
                <a:lnTo>
                  <a:pt x="0" y="442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5"/>
          <p:cNvSpPr/>
          <p:nvPr/>
        </p:nvSpPr>
        <p:spPr>
          <a:xfrm>
            <a:off x="3757080" y="4037175"/>
            <a:ext cx="5965674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5"/>
          <p:cNvSpPr/>
          <p:nvPr/>
        </p:nvSpPr>
        <p:spPr>
          <a:xfrm>
            <a:off x="662475" y="24525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5"/>
          <p:cNvSpPr/>
          <p:nvPr/>
        </p:nvSpPr>
        <p:spPr>
          <a:xfrm>
            <a:off x="-737562" y="1224600"/>
            <a:ext cx="2374898" cy="455442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5"/>
          <p:cNvSpPr/>
          <p:nvPr/>
        </p:nvSpPr>
        <p:spPr>
          <a:xfrm flipH="1">
            <a:off x="4422725" y="409650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5"/>
          <p:cNvSpPr/>
          <p:nvPr/>
        </p:nvSpPr>
        <p:spPr>
          <a:xfrm>
            <a:off x="7632182" y="1680056"/>
            <a:ext cx="1100003" cy="343669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0EF0D1CF-1E64-8DB7-17E7-3AF801164B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8727772"/>
                  </p:ext>
                </p:extLst>
              </p:nvPr>
            </p:nvGraphicFramePr>
            <p:xfrm>
              <a:off x="9144000" y="0"/>
              <a:ext cx="9614756" cy="5408300"/>
            </p:xfrm>
            <a:graphic>
              <a:graphicData uri="http://schemas.microsoft.com/office/powerpoint/2016/slidezoom">
                <pslz:sldZm>
                  <pslz:sldZmObj sldId="262" cId="0">
                    <pslz:zmPr id="{7B18667F-A6C3-4AFD-92C6-3F8B8C4F968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614756" cy="54083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EF0D1CF-1E64-8DB7-17E7-3AF801164B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614756" cy="54083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>
            <a:spLocks noGrp="1"/>
          </p:cNvSpPr>
          <p:nvPr>
            <p:ph type="subTitle" idx="1"/>
          </p:nvPr>
        </p:nvSpPr>
        <p:spPr>
          <a:xfrm>
            <a:off x="1035700" y="1445125"/>
            <a:ext cx="7148800" cy="25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Разкриване на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 </a:t>
            </a: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скритите чудеса на природата пред повече хора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Карта, която ясно да посочва целта и как да се стигне до нея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Споделяне на снимков материал за всяка 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Pytechka</a:t>
            </a: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™</a:t>
            </a:r>
          </a:p>
          <a:p>
            <a:pPr marL="28575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Стимулиране на хората да прекарват повече време в природата чрез баджове при свършване на 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Pytechka</a:t>
            </a: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™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Превръщане на планината в едно малко по-безопасно и популярно място</a:t>
            </a:r>
          </a:p>
        </p:txBody>
      </p:sp>
      <p:sp>
        <p:nvSpPr>
          <p:cNvPr id="307" name="Google Shape;307;p46"/>
          <p:cNvSpPr/>
          <p:nvPr/>
        </p:nvSpPr>
        <p:spPr>
          <a:xfrm>
            <a:off x="3669500" y="3061275"/>
            <a:ext cx="7608850" cy="3533500"/>
          </a:xfrm>
          <a:custGeom>
            <a:avLst/>
            <a:gdLst/>
            <a:ahLst/>
            <a:cxnLst/>
            <a:rect l="l" t="t" r="r" b="b"/>
            <a:pathLst>
              <a:path w="304354" h="141340" extrusionOk="0">
                <a:moveTo>
                  <a:pt x="1" y="75229"/>
                </a:moveTo>
                <a:cubicBezTo>
                  <a:pt x="1" y="75229"/>
                  <a:pt x="16354" y="49028"/>
                  <a:pt x="23193" y="47873"/>
                </a:cubicBezTo>
                <a:cubicBezTo>
                  <a:pt x="30032" y="46749"/>
                  <a:pt x="37995" y="47873"/>
                  <a:pt x="37995" y="47873"/>
                </a:cubicBezTo>
                <a:cubicBezTo>
                  <a:pt x="37995" y="47873"/>
                  <a:pt x="66172" y="72585"/>
                  <a:pt x="74501" y="75229"/>
                </a:cubicBezTo>
                <a:cubicBezTo>
                  <a:pt x="82829" y="77904"/>
                  <a:pt x="118179" y="78269"/>
                  <a:pt x="118179" y="78269"/>
                </a:cubicBezTo>
                <a:lnTo>
                  <a:pt x="143955" y="72950"/>
                </a:lnTo>
                <a:lnTo>
                  <a:pt x="163378" y="66506"/>
                </a:lnTo>
                <a:lnTo>
                  <a:pt x="168636" y="59272"/>
                </a:lnTo>
                <a:lnTo>
                  <a:pt x="175019" y="57114"/>
                </a:lnTo>
                <a:lnTo>
                  <a:pt x="178150" y="57114"/>
                </a:lnTo>
                <a:cubicBezTo>
                  <a:pt x="178150" y="57114"/>
                  <a:pt x="184229" y="46749"/>
                  <a:pt x="185749" y="41794"/>
                </a:cubicBezTo>
                <a:cubicBezTo>
                  <a:pt x="187269" y="36870"/>
                  <a:pt x="190703" y="33435"/>
                  <a:pt x="190703" y="33435"/>
                </a:cubicBezTo>
                <a:cubicBezTo>
                  <a:pt x="190703" y="33435"/>
                  <a:pt x="191068" y="27356"/>
                  <a:pt x="193348" y="26779"/>
                </a:cubicBezTo>
                <a:cubicBezTo>
                  <a:pt x="195628" y="26232"/>
                  <a:pt x="199640" y="26779"/>
                  <a:pt x="199640" y="26779"/>
                </a:cubicBezTo>
                <a:lnTo>
                  <a:pt x="203652" y="27356"/>
                </a:lnTo>
                <a:lnTo>
                  <a:pt x="214686" y="14073"/>
                </a:lnTo>
                <a:cubicBezTo>
                  <a:pt x="214686" y="14073"/>
                  <a:pt x="219032" y="7599"/>
                  <a:pt x="221130" y="6657"/>
                </a:cubicBezTo>
                <a:cubicBezTo>
                  <a:pt x="223227" y="5715"/>
                  <a:pt x="226631" y="0"/>
                  <a:pt x="226631" y="0"/>
                </a:cubicBezTo>
                <a:lnTo>
                  <a:pt x="235568" y="0"/>
                </a:lnTo>
                <a:lnTo>
                  <a:pt x="250401" y="5715"/>
                </a:lnTo>
                <a:cubicBezTo>
                  <a:pt x="250401" y="5715"/>
                  <a:pt x="256267" y="17660"/>
                  <a:pt x="260644" y="19940"/>
                </a:cubicBezTo>
                <a:cubicBezTo>
                  <a:pt x="265021" y="22219"/>
                  <a:pt x="269763" y="26779"/>
                  <a:pt x="269763" y="26779"/>
                </a:cubicBezTo>
                <a:cubicBezTo>
                  <a:pt x="269763" y="26779"/>
                  <a:pt x="276237" y="40670"/>
                  <a:pt x="279277" y="43132"/>
                </a:cubicBezTo>
                <a:cubicBezTo>
                  <a:pt x="282316" y="45594"/>
                  <a:pt x="287635" y="49788"/>
                  <a:pt x="287635" y="49788"/>
                </a:cubicBezTo>
                <a:lnTo>
                  <a:pt x="304353" y="67630"/>
                </a:lnTo>
                <a:lnTo>
                  <a:pt x="304353" y="141340"/>
                </a:lnTo>
                <a:lnTo>
                  <a:pt x="1" y="1413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Какво целим да постигнем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311" name="Google Shape;311;p46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6"/>
          <p:cNvSpPr/>
          <p:nvPr/>
        </p:nvSpPr>
        <p:spPr>
          <a:xfrm>
            <a:off x="-335925" y="1309750"/>
            <a:ext cx="1187473" cy="3833898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46"/>
          <p:cNvSpPr/>
          <p:nvPr/>
        </p:nvSpPr>
        <p:spPr>
          <a:xfrm>
            <a:off x="8184500" y="2594400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6"/>
          <p:cNvSpPr/>
          <p:nvPr/>
        </p:nvSpPr>
        <p:spPr>
          <a:xfrm>
            <a:off x="-1242625" y="411100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6"/>
          <p:cNvSpPr/>
          <p:nvPr/>
        </p:nvSpPr>
        <p:spPr>
          <a:xfrm flipH="1">
            <a:off x="7744925" y="712925"/>
            <a:ext cx="2379039" cy="456236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CC62EB46-6A50-71F5-0C0D-8A9DA5B2A9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2480070"/>
                  </p:ext>
                </p:extLst>
              </p:nvPr>
            </p:nvGraphicFramePr>
            <p:xfrm>
              <a:off x="9143877" y="0"/>
              <a:ext cx="9144000" cy="5143500"/>
            </p:xfrm>
            <a:graphic>
              <a:graphicData uri="http://schemas.microsoft.com/office/powerpoint/2016/slidezoom">
                <pslz:sldZm>
                  <pslz:sldZmObj sldId="264" cId="0">
                    <pslz:zmPr id="{269E4A79-0E3E-47CF-8809-CF98803BB48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144000" cy="5143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C62EB46-6A50-71F5-0C0D-8A9DA5B2A9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3877" y="0"/>
                <a:ext cx="9144000" cy="5143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/>
          <p:nvPr/>
        </p:nvSpPr>
        <p:spPr>
          <a:xfrm>
            <a:off x="5516873" y="500599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8"/>
          <p:cNvSpPr/>
          <p:nvPr/>
        </p:nvSpPr>
        <p:spPr>
          <a:xfrm flipH="1">
            <a:off x="5406063" y="1217950"/>
            <a:ext cx="3813987" cy="4001906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48"/>
          <p:cNvSpPr/>
          <p:nvPr/>
        </p:nvSpPr>
        <p:spPr>
          <a:xfrm flipH="1">
            <a:off x="1881470" y="3056700"/>
            <a:ext cx="7338579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Как ще работи проектът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339" name="Google Shape;339;p48"/>
          <p:cNvSpPr txBox="1">
            <a:spLocks noGrp="1"/>
          </p:cNvSpPr>
          <p:nvPr>
            <p:ph type="subTitle" idx="2"/>
          </p:nvPr>
        </p:nvSpPr>
        <p:spPr>
          <a:xfrm>
            <a:off x="689524" y="1217950"/>
            <a:ext cx="4275900" cy="3339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Разчертаване на маршрути по карта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Wingdings" panose="05000000000000000000" pitchFamily="2" charset="2"/>
              <a:buChar char="§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Разделяне на сектори по трудност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Wingdings" panose="05000000000000000000" pitchFamily="2" charset="2"/>
              <a:buChar char="§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Предоставяне на избор за маршрут до конкретна цел (при наличие)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Инструкции за маркировки и означения, където липсват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Проверка на времето при задаване на планиран маршрут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Препоръки за подходящо облекло и екипировка, спрямо трудността на всеки преход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Споделяне на мнение за определен маршрут след неговото минаване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Спрямо определен от потребителя радиус, възможност за намиране на близки маршрути 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endParaRPr lang="bg-BG"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-705403" y="40077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8"/>
          <p:cNvSpPr/>
          <p:nvPr/>
        </p:nvSpPr>
        <p:spPr>
          <a:xfrm>
            <a:off x="7099225" y="1864425"/>
            <a:ext cx="1355251" cy="3611861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8"/>
          <p:cNvSpPr/>
          <p:nvPr/>
        </p:nvSpPr>
        <p:spPr>
          <a:xfrm>
            <a:off x="6522400" y="3145527"/>
            <a:ext cx="760522" cy="2330759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C1F4D4F4-D2C1-1E21-0269-99F19C4A0A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7197475"/>
                  </p:ext>
                </p:extLst>
              </p:nvPr>
            </p:nvGraphicFramePr>
            <p:xfrm>
              <a:off x="9143999" y="0"/>
              <a:ext cx="9695543" cy="5453743"/>
            </p:xfrm>
            <a:graphic>
              <a:graphicData uri="http://schemas.microsoft.com/office/powerpoint/2016/slidezoom">
                <pslz:sldZm>
                  <pslz:sldZmObj sldId="269" cId="0">
                    <pslz:zmPr id="{7C64907E-0881-486F-84A5-31A24A982A8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695543" cy="54537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1F4D4F4-D2C1-1E21-0269-99F19C4A0A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3999" y="0"/>
                <a:ext cx="9695543" cy="545374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/>
          <p:nvPr/>
        </p:nvSpPr>
        <p:spPr>
          <a:xfrm>
            <a:off x="4317398" y="942370"/>
            <a:ext cx="3871114" cy="69083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53"/>
          <p:cNvSpPr/>
          <p:nvPr/>
        </p:nvSpPr>
        <p:spPr>
          <a:xfrm flipH="1">
            <a:off x="4015693" y="828475"/>
            <a:ext cx="5223107" cy="4562351"/>
          </a:xfrm>
          <a:custGeom>
            <a:avLst/>
            <a:gdLst/>
            <a:ahLst/>
            <a:cxnLst/>
            <a:rect l="l" t="t" r="r" b="b"/>
            <a:pathLst>
              <a:path w="307332" h="85686" extrusionOk="0">
                <a:moveTo>
                  <a:pt x="297879" y="64013"/>
                </a:moveTo>
                <a:lnTo>
                  <a:pt x="276571" y="51429"/>
                </a:lnTo>
                <a:lnTo>
                  <a:pt x="256419" y="47265"/>
                </a:lnTo>
                <a:lnTo>
                  <a:pt x="246176" y="40700"/>
                </a:lnTo>
                <a:lnTo>
                  <a:pt x="237087" y="36505"/>
                </a:lnTo>
                <a:lnTo>
                  <a:pt x="230826" y="29514"/>
                </a:lnTo>
                <a:lnTo>
                  <a:pt x="219610" y="30821"/>
                </a:lnTo>
                <a:lnTo>
                  <a:pt x="200825" y="21763"/>
                </a:lnTo>
                <a:lnTo>
                  <a:pt x="193652" y="16019"/>
                </a:lnTo>
                <a:lnTo>
                  <a:pt x="188880" y="17174"/>
                </a:lnTo>
                <a:lnTo>
                  <a:pt x="184229" y="13374"/>
                </a:lnTo>
                <a:lnTo>
                  <a:pt x="175506" y="7113"/>
                </a:lnTo>
                <a:lnTo>
                  <a:pt x="167633" y="9605"/>
                </a:lnTo>
                <a:lnTo>
                  <a:pt x="156600" y="14955"/>
                </a:lnTo>
                <a:lnTo>
                  <a:pt x="150186" y="12797"/>
                </a:lnTo>
                <a:lnTo>
                  <a:pt x="137541" y="18116"/>
                </a:lnTo>
                <a:lnTo>
                  <a:pt x="123772" y="23526"/>
                </a:lnTo>
                <a:lnTo>
                  <a:pt x="119912" y="29909"/>
                </a:lnTo>
                <a:lnTo>
                  <a:pt x="113255" y="27843"/>
                </a:lnTo>
                <a:lnTo>
                  <a:pt x="107267" y="28694"/>
                </a:lnTo>
                <a:lnTo>
                  <a:pt x="90094" y="16566"/>
                </a:lnTo>
                <a:lnTo>
                  <a:pt x="80580" y="12766"/>
                </a:lnTo>
                <a:lnTo>
                  <a:pt x="65230" y="4560"/>
                </a:lnTo>
                <a:lnTo>
                  <a:pt x="58269" y="7629"/>
                </a:lnTo>
                <a:lnTo>
                  <a:pt x="52585" y="7964"/>
                </a:lnTo>
                <a:lnTo>
                  <a:pt x="42828" y="0"/>
                </a:lnTo>
                <a:lnTo>
                  <a:pt x="27995" y="8085"/>
                </a:lnTo>
                <a:lnTo>
                  <a:pt x="12980" y="12189"/>
                </a:lnTo>
                <a:lnTo>
                  <a:pt x="1" y="17143"/>
                </a:lnTo>
                <a:lnTo>
                  <a:pt x="1" y="85685"/>
                </a:lnTo>
                <a:lnTo>
                  <a:pt x="187147" y="85412"/>
                </a:lnTo>
                <a:lnTo>
                  <a:pt x="307332" y="85412"/>
                </a:lnTo>
                <a:lnTo>
                  <a:pt x="307332" y="697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53"/>
          <p:cNvSpPr/>
          <p:nvPr/>
        </p:nvSpPr>
        <p:spPr>
          <a:xfrm>
            <a:off x="4734425" y="1848300"/>
            <a:ext cx="5900600" cy="3542518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53"/>
          <p:cNvSpPr/>
          <p:nvPr/>
        </p:nvSpPr>
        <p:spPr>
          <a:xfrm flipH="1">
            <a:off x="2248391" y="3297075"/>
            <a:ext cx="6458284" cy="1554000"/>
          </a:xfrm>
          <a:custGeom>
            <a:avLst/>
            <a:gdLst/>
            <a:ahLst/>
            <a:cxnLst/>
            <a:rect l="l" t="t" r="r" b="b"/>
            <a:pathLst>
              <a:path w="226905" h="62160" extrusionOk="0">
                <a:moveTo>
                  <a:pt x="226904" y="62159"/>
                </a:moveTo>
                <a:lnTo>
                  <a:pt x="198089" y="45624"/>
                </a:lnTo>
                <a:lnTo>
                  <a:pt x="186448" y="44560"/>
                </a:lnTo>
                <a:lnTo>
                  <a:pt x="161918" y="27448"/>
                </a:lnTo>
                <a:lnTo>
                  <a:pt x="153559" y="24408"/>
                </a:lnTo>
                <a:lnTo>
                  <a:pt x="145717" y="19180"/>
                </a:lnTo>
                <a:lnTo>
                  <a:pt x="135596" y="22645"/>
                </a:lnTo>
                <a:lnTo>
                  <a:pt x="127875" y="19453"/>
                </a:lnTo>
                <a:lnTo>
                  <a:pt x="109881" y="6779"/>
                </a:lnTo>
                <a:lnTo>
                  <a:pt x="101735" y="5107"/>
                </a:lnTo>
                <a:lnTo>
                  <a:pt x="91917" y="0"/>
                </a:lnTo>
                <a:lnTo>
                  <a:pt x="77722" y="8207"/>
                </a:lnTo>
                <a:lnTo>
                  <a:pt x="58694" y="15776"/>
                </a:lnTo>
                <a:lnTo>
                  <a:pt x="22189" y="36505"/>
                </a:lnTo>
                <a:lnTo>
                  <a:pt x="12159" y="39788"/>
                </a:lnTo>
                <a:cubicBezTo>
                  <a:pt x="12159" y="39788"/>
                  <a:pt x="6596" y="57235"/>
                  <a:pt x="0" y="621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3"/>
          <p:cNvSpPr txBox="1">
            <a:spLocks noGrp="1"/>
          </p:cNvSpPr>
          <p:nvPr>
            <p:ph type="title"/>
          </p:nvPr>
        </p:nvSpPr>
        <p:spPr>
          <a:xfrm>
            <a:off x="713225" y="1410750"/>
            <a:ext cx="4021200" cy="23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Благодарим за вниманието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452" name="Google Shape;452;p53"/>
          <p:cNvSpPr/>
          <p:nvPr/>
        </p:nvSpPr>
        <p:spPr>
          <a:xfrm>
            <a:off x="-629203" y="3855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6364250" y="1514349"/>
            <a:ext cx="1429927" cy="3810880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3"/>
          <p:cNvSpPr/>
          <p:nvPr/>
        </p:nvSpPr>
        <p:spPr>
          <a:xfrm>
            <a:off x="5832500" y="2728175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3"/>
          <p:cNvSpPr/>
          <p:nvPr/>
        </p:nvSpPr>
        <p:spPr>
          <a:xfrm flipH="1">
            <a:off x="543585" y="346090"/>
            <a:ext cx="2577364" cy="4599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ghest Mountain Ranges in the World by Slidesgo">
  <a:themeElements>
    <a:clrScheme name="Simple Light">
      <a:dk1>
        <a:srgbClr val="0D162C"/>
      </a:dk1>
      <a:lt1>
        <a:srgbClr val="FFFFFF"/>
      </a:lt1>
      <a:dk2>
        <a:srgbClr val="C3D7DB"/>
      </a:dk2>
      <a:lt2>
        <a:srgbClr val="134B66"/>
      </a:lt2>
      <a:accent1>
        <a:srgbClr val="057196"/>
      </a:accent1>
      <a:accent2>
        <a:srgbClr val="5DAFB8"/>
      </a:accent2>
      <a:accent3>
        <a:srgbClr val="386C86"/>
      </a:accent3>
      <a:accent4>
        <a:srgbClr val="0097A7"/>
      </a:accent4>
      <a:accent5>
        <a:srgbClr val="FFFFFF"/>
      </a:accent5>
      <a:accent6>
        <a:srgbClr val="FFFFFF"/>
      </a:accent6>
      <a:hlink>
        <a:srgbClr val="0D16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221</Words>
  <Application>Microsoft Office PowerPoint</Application>
  <PresentationFormat>On-screen Show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Playfair Display</vt:lpstr>
      <vt:lpstr>Sagewold</vt:lpstr>
      <vt:lpstr>Wingdings</vt:lpstr>
      <vt:lpstr>Open Sans</vt:lpstr>
      <vt:lpstr>BoldPixels</vt:lpstr>
      <vt:lpstr>Playfair Display Black</vt:lpstr>
      <vt:lpstr>Highest Mountain Ranges in the World by Slidesgo</vt:lpstr>
      <vt:lpstr>Pytechka</vt:lpstr>
      <vt:lpstr>Основен проблем</vt:lpstr>
      <vt:lpstr>Какво е нашето решение</vt:lpstr>
      <vt:lpstr>Какво целим да постигнем</vt:lpstr>
      <vt:lpstr>Как ще работи проектът</vt:lpstr>
      <vt:lpstr>Благодарим за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Pytechka</dc:title>
  <dc:subject>SL</dc:subject>
  <cp:lastModifiedBy>Камен Д. Жековски</cp:lastModifiedBy>
  <cp:revision>5</cp:revision>
  <dcterms:modified xsi:type="dcterms:W3CDTF">2026-03-18T19:02:36Z</dcterms:modified>
</cp:coreProperties>
</file>